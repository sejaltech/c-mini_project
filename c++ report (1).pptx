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Mon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italic.fntdata"/><Relationship Id="rId14" Type="http://schemas.openxmlformats.org/officeDocument/2006/relationships/font" Target="fonts/RobotoMono-bold.fntdata"/><Relationship Id="rId16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e510d2ad7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e510d2ad7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e510d2ad7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e510d2ad7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e510d2ad7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e510d2ad7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696325"/>
            <a:ext cx="85206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GB">
                <a:solidFill>
                  <a:schemeClr val="lt1"/>
                </a:solidFill>
              </a:rPr>
              <a:t>Library Management System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97462"/>
              <a:buNone/>
            </a:pPr>
            <a:r>
              <a:rPr b="1" lang="en-GB" sz="1417">
                <a:solidFill>
                  <a:schemeClr val="lt1"/>
                </a:solidFill>
              </a:rPr>
              <a:t>By: Ankitraj Jha, Sejal Singh, Parthiv Kumar, Sairaj Jadhav</a:t>
            </a:r>
            <a:endParaRPr b="1" sz="1417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6538"/>
              <a:buNone/>
            </a:pPr>
            <a:r>
              <a:t/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solidFill>
                  <a:srgbClr val="A81B50"/>
                </a:solidFill>
              </a:rPr>
              <a:t>Project Objective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Efficient Book Management                              </a:t>
            </a:r>
            <a:r>
              <a:rPr lang="en-GB" sz="1100">
                <a:solidFill>
                  <a:schemeClr val="dk1"/>
                </a:solidFill>
              </a:rPr>
              <a:t>🎯 </a:t>
            </a:r>
            <a:r>
              <a:rPr b="1" lang="en-GB" sz="1200">
                <a:solidFill>
                  <a:schemeClr val="dk1"/>
                </a:solidFill>
              </a:rPr>
              <a:t>Reduce Errors                                    </a:t>
            </a:r>
            <a:r>
              <a:rPr lang="en-GB" sz="1100">
                <a:solidFill>
                  <a:schemeClr val="dk1"/>
                </a:solidFill>
              </a:rPr>
              <a:t>⚡ </a:t>
            </a:r>
            <a:r>
              <a:rPr b="1" lang="en-GB" sz="1100">
                <a:solidFill>
                  <a:schemeClr val="dk1"/>
                </a:solidFill>
              </a:rPr>
              <a:t>Fast &amp; Organized System</a:t>
            </a:r>
            <a:endParaRPr b="1" sz="1300">
              <a:solidFill>
                <a:schemeClr val="dk1"/>
              </a:solidFill>
            </a:endParaRPr>
          </a:p>
        </p:txBody>
      </p:sp>
      <p:pic>
        <p:nvPicPr>
          <p:cNvPr id="62" name="Google Shape;62;p14" title="images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364850" y="1868750"/>
            <a:ext cx="2509500" cy="103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Eliminate manual record keeping and manage books digitally using structured C++ logic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3470525" y="1868750"/>
            <a:ext cx="2349300" cy="111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/>
            </a:br>
            <a:r>
              <a:rPr lang="en-GB"/>
              <a:t>Avoid duplicate book IDs and incorrect issue/return handling through proper validation.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6407125" y="1904350"/>
            <a:ext cx="2313600" cy="107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Provide quick book search, issue, return, and display features using an interactive console menu.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solidFill>
                  <a:srgbClr val="A81B50"/>
                </a:solidFill>
              </a:rPr>
              <a:t>Core Technologies &amp; Implementation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Programming Foundation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This project is built using fundamental C++ concepts including: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Structures for storing book data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Functions for modular programming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Loops and conditionals for logic control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72" name="Google Shape;72;p15" title="images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Programming Foundation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This project is built using fundamental C++ concepts including: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Structures for storing book data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Functions for modular programming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Loops and conditionals for logic control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311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 Features &amp; Capabilities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972550"/>
            <a:ext cx="8520600" cy="39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           1️⃣ </a:t>
            </a:r>
            <a:r>
              <a:rPr b="1" lang="en-GB" sz="1400">
                <a:solidFill>
                  <a:schemeClr val="dk1"/>
                </a:solidFill>
              </a:rPr>
              <a:t>Add New Book                                                      </a:t>
            </a:r>
            <a:r>
              <a:rPr lang="en-GB" sz="1400">
                <a:solidFill>
                  <a:schemeClr val="dk1"/>
                </a:solidFill>
              </a:rPr>
              <a:t>2️⃣ </a:t>
            </a:r>
            <a:r>
              <a:rPr b="1" lang="en-GB" sz="1400">
                <a:solidFill>
                  <a:schemeClr val="dk1"/>
                </a:solidFill>
              </a:rPr>
              <a:t>Issue &amp; Return Book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3️⃣ </a:t>
            </a:r>
            <a:r>
              <a:rPr b="1" lang="en-GB" sz="1400">
                <a:solidFill>
                  <a:schemeClr val="dk1"/>
                </a:solidFill>
              </a:rPr>
              <a:t>Search Book								</a:t>
            </a:r>
            <a:r>
              <a:rPr lang="en-GB" sz="1100">
                <a:solidFill>
                  <a:schemeClr val="dk1"/>
                </a:solidFill>
              </a:rPr>
              <a:t>4️⃣ </a:t>
            </a:r>
            <a:r>
              <a:rPr b="1" lang="en-GB" sz="1100">
                <a:solidFill>
                  <a:schemeClr val="dk1"/>
                </a:solidFill>
              </a:rPr>
              <a:t>Display &amp; Delete Books</a:t>
            </a:r>
            <a:endParaRPr b="1" sz="1400">
              <a:solidFill>
                <a:schemeClr val="dk1"/>
              </a:solidFill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961025" y="1548425"/>
            <a:ext cx="1815300" cy="115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Allows users to insert book ID, title, and author with duplicate ID checking.</a:t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5212725" y="1583975"/>
            <a:ext cx="1815300" cy="1085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Updates book status safely and prevents issuing already issued books.</a:t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794225" y="3508375"/>
            <a:ext cx="1815300" cy="115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Find books by title or author using case-insensitive search logic.</a:t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5493925" y="3508375"/>
            <a:ext cx="1815300" cy="115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Displays formatted inventory and allows removal of books from the system.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ctrTitle"/>
          </p:nvPr>
        </p:nvSpPr>
        <p:spPr>
          <a:xfrm>
            <a:off x="800900" y="240275"/>
            <a:ext cx="7782300" cy="8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Key Learning Outcomes</a:t>
            </a:r>
            <a:endParaRPr sz="3000"/>
          </a:p>
        </p:txBody>
      </p:sp>
      <p:sp>
        <p:nvSpPr>
          <p:cNvPr id="89" name="Google Shape;89;p17"/>
          <p:cNvSpPr txBox="1"/>
          <p:nvPr>
            <p:ph idx="1" type="subTitle"/>
          </p:nvPr>
        </p:nvSpPr>
        <p:spPr>
          <a:xfrm>
            <a:off x="311700" y="1468300"/>
            <a:ext cx="8520600" cy="32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1️⃣ </a:t>
            </a:r>
            <a:r>
              <a:rPr b="1" lang="en-GB" sz="1400">
                <a:solidFill>
                  <a:schemeClr val="dk1"/>
                </a:solidFill>
              </a:rPr>
              <a:t>Improved C++ Concepts</a:t>
            </a:r>
            <a:br>
              <a:rPr b="1" lang="en-GB" sz="1400">
                <a:solidFill>
                  <a:schemeClr val="dk1"/>
                </a:solidFill>
              </a:rPr>
            </a:br>
            <a:br>
              <a:rPr b="1" lang="en-GB" sz="1400">
                <a:solidFill>
                  <a:schemeClr val="dk1"/>
                </a:solidFill>
              </a:rPr>
            </a:br>
            <a:r>
              <a:rPr lang="en-GB" sz="1400">
                <a:solidFill>
                  <a:schemeClr val="dk1"/>
                </a:solidFill>
              </a:rPr>
              <a:t> Better understanding of structures, loops, switch-case, and functions.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2️⃣ </a:t>
            </a:r>
            <a:r>
              <a:rPr b="1" lang="en-GB" sz="1400">
                <a:solidFill>
                  <a:schemeClr val="dk1"/>
                </a:solidFill>
              </a:rPr>
              <a:t>Data Handling Skills</a:t>
            </a:r>
            <a:br>
              <a:rPr b="1" lang="en-GB" sz="1400">
                <a:solidFill>
                  <a:schemeClr val="dk1"/>
                </a:solidFill>
              </a:rPr>
            </a:br>
            <a:br>
              <a:rPr b="1" lang="en-GB" sz="1400">
                <a:solidFill>
                  <a:schemeClr val="dk1"/>
                </a:solidFill>
              </a:rPr>
            </a:br>
            <a:r>
              <a:rPr lang="en-GB" sz="1400">
                <a:solidFill>
                  <a:schemeClr val="dk1"/>
                </a:solidFill>
              </a:rPr>
              <a:t>Learned how to store and manage book records using structures and proper program logic.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3️⃣ </a:t>
            </a:r>
            <a:r>
              <a:rPr b="1" lang="en-GB" sz="1400">
                <a:solidFill>
                  <a:schemeClr val="dk1"/>
                </a:solidFill>
              </a:rPr>
              <a:t>Input Validation &amp; Error Handling</a:t>
            </a:r>
            <a:br>
              <a:rPr b="1" lang="en-GB" sz="1400">
                <a:solidFill>
                  <a:schemeClr val="dk1"/>
                </a:solidFill>
              </a:rPr>
            </a:br>
            <a:br>
              <a:rPr b="1" lang="en-GB" sz="1400">
                <a:solidFill>
                  <a:schemeClr val="dk1"/>
                </a:solidFill>
              </a:rPr>
            </a:br>
            <a:r>
              <a:rPr lang="en-GB" sz="1400">
                <a:solidFill>
                  <a:schemeClr val="dk1"/>
                </a:solidFill>
              </a:rPr>
              <a:t> Used </a:t>
            </a:r>
            <a:r>
              <a:rPr lang="en-GB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cin.fail()</a:t>
            </a:r>
            <a:r>
              <a:rPr lang="en-GB" sz="1400">
                <a:solidFill>
                  <a:schemeClr val="dk1"/>
                </a:solidFill>
              </a:rPr>
              <a:t> and conditions to handle invalid user inputs.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4️⃣ </a:t>
            </a:r>
            <a:r>
              <a:rPr b="1" lang="en-GB" sz="1400">
                <a:solidFill>
                  <a:schemeClr val="dk1"/>
                </a:solidFill>
              </a:rPr>
              <a:t>Logical Thinking Development</a:t>
            </a:r>
            <a:br>
              <a:rPr b="1" lang="en-GB" sz="1400">
                <a:solidFill>
                  <a:schemeClr val="dk1"/>
                </a:solidFill>
              </a:rPr>
            </a:br>
            <a:br>
              <a:rPr b="1" lang="en-GB" sz="1400">
                <a:solidFill>
                  <a:schemeClr val="dk1"/>
                </a:solidFill>
              </a:rPr>
            </a:br>
            <a:r>
              <a:rPr lang="en-GB" sz="1400">
                <a:solidFill>
                  <a:schemeClr val="dk1"/>
                </a:solidFill>
              </a:rPr>
              <a:t> Built complete menu-driven system step by step using structured logic.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 &amp; Future Scope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Project Summary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This Library Management System successfully demonstrates how C++ can be used to build a structured, menu-driven application.</a:t>
            </a:r>
            <a:br>
              <a:rPr lang="en-GB" sz="1300">
                <a:solidFill>
                  <a:schemeClr val="dk1"/>
                </a:solidFill>
              </a:rPr>
            </a:br>
            <a:br>
              <a:rPr lang="en-GB" sz="1300">
                <a:solidFill>
                  <a:schemeClr val="dk1"/>
                </a:solidFill>
              </a:rPr>
            </a:br>
            <a:r>
              <a:rPr lang="en-GB" sz="1300">
                <a:solidFill>
                  <a:schemeClr val="dk1"/>
                </a:solidFill>
              </a:rPr>
              <a:t> The system handles book storage, issue-return logic, searching, and formatted display efficiently.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Future Enhancements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• Add file handling to save data permanently</a:t>
            </a:r>
            <a:br>
              <a:rPr lang="en-GB">
                <a:solidFill>
                  <a:schemeClr val="dk1"/>
                </a:solidFill>
              </a:rPr>
            </a:b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• Integrate database (MySQL / SQLite)</a:t>
            </a:r>
            <a:br>
              <a:rPr lang="en-GB">
                <a:solidFill>
                  <a:schemeClr val="dk1"/>
                </a:solidFill>
              </a:rPr>
            </a:b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• Create graphical user interface (GUI)</a:t>
            </a:r>
            <a:br>
              <a:rPr lang="en-GB">
                <a:solidFill>
                  <a:schemeClr val="dk1"/>
                </a:solidFill>
              </a:rPr>
            </a:b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• Add student/member management system</a:t>
            </a:r>
            <a:br>
              <a:rPr lang="en-GB">
                <a:solidFill>
                  <a:schemeClr val="dk1"/>
                </a:solidFill>
              </a:rPr>
            </a:b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• Add fine calculation for late returns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102" name="Google Shape;102;p19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